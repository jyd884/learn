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大家好，今天我介绍客家饮食文化中的艾粄。它不仅是传统美食，也承载了客家人的节令观念、家庭情感和文化认同。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“粄”在客家话里是米食的统称。艾粄的“艾”来自艾草，常在春季采摘。它的特点是草本清香与米香结合，入口软糯。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艾粄看似简单，其实讲究很多：艾草处理影响香气，米粉比例决定口感，火候决定成品是否软而不塌。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同样叫艾粄，不同地方会有不同做法。有的更糯，有的更韧；有的偏甜，有的偏咸，体现了客家饮食的在地化。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在客家文化中，艾粄常与节日和家族活动联系在一起。做艾粄、分艾粄，不只是吃，更是表达敬祖和团聚。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从营养角度看，艾粄属于传统主食点心，能量主要来自米粉和馅料。适合作为均衡饮食的一部分。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今天艾粄也在创新，比如改良甜度、做小份包装、开发新馅料。但无论怎么变，核心仍是传承。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总的来说，艾粄是客家饮食文化的重要符号，是“可食用”的文化记忆。谢谢大家！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客家饮食文化中的艾粄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sz="2400">
                <a:solidFill>
                  <a:srgbClr val="323232"/>
                </a:solidFill>
                <a:latin typeface="Microsoft YaHei"/>
              </a:rPr>
              <a:t>一口春天的味道，一份家族的记忆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什么是艾粄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艾粄是客家地区常见米制点心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主要原料：艾草汁 + 糯米粉/粘米粉 + 馅料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颜色多为青绿色，口感软糯清香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制作工艺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采艾草、焯水去涩、捣汁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与米粉揉成面团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包入馅料（甜/咸）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上蒸笼蒸熟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常见口味与地域差异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甜口：花生芝麻、豆沙、糖椰丝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咸口：萝卜丝、香菇、肉末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不同地区在皮料比例、馅料组合、造型上有差异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节令与民俗意义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多见于清明前后等时节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与祭祖、团圆、农事节律相关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是“食物”也是“礼俗载体”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营养与饮食特点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艾草提供独特草本风味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米制主食带来饱腹感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馅料组合影响整体营养结构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建议适量食用，注重均衡搭配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传承与创新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家庭手作：文化记忆的核心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文旅与非遗展示提升认知度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年轻化创新：低糖、少油、新口味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22222"/>
                </a:solidFill>
                <a:latin typeface="Microsoft YaHei"/>
              </a:rPr>
              <a:t>结语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艾粄是一种点心，也是一种节令生活方式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它连接自然、家庭与地方认同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23232"/>
                </a:solidFill>
                <a:latin typeface="Microsoft YaHei"/>
              </a:rPr>
              <a:t>谢谢大家！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